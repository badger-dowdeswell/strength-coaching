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926688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055411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184617860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18248740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67411942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7520185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1347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515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903295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5146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6133222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16838817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2149895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31213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588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7331943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978662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5211175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69510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44203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536460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6776518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20649226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081167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4340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6048800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258934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3969776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9894516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7641960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5365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8711951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56100476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93793025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64193962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64937799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557967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1115205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0769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6150593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90747739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1494671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8846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202125813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963832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0628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26481063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4990350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4966240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5441952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752025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6158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42677471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GB"/>
          </a:p>
        </p:txBody>
      </p:sp>
      <p:sp>
        <p:nvSpPr>
          <p:cNvPr id="15608362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6473230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20679735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85289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3211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61550710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21719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9540941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785763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03954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70311625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5417397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046476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499300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61341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402473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5359041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88784223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88752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662256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006401" y="257175"/>
            <a:ext cx="3714750" cy="2362199"/>
          </a:xfrm>
          <a:prstGeom prst="rect">
            <a:avLst/>
          </a:prstGeom>
        </p:spPr>
      </p:pic>
      <p:pic>
        <p:nvPicPr>
          <p:cNvPr id="128291853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499684" y="3221835"/>
            <a:ext cx="3714750" cy="2362199"/>
          </a:xfrm>
          <a:prstGeom prst="rect">
            <a:avLst/>
          </a:prstGeom>
        </p:spPr>
      </p:pic>
      <p:pic>
        <p:nvPicPr>
          <p:cNvPr id="50350256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378524" y="549943"/>
            <a:ext cx="3714750" cy="2362199"/>
          </a:xfrm>
          <a:prstGeom prst="rect">
            <a:avLst/>
          </a:prstGeom>
        </p:spPr>
      </p:pic>
      <p:sp>
        <p:nvSpPr>
          <p:cNvPr id="1153413043" name=""/>
          <p:cNvSpPr txBox="1"/>
          <p:nvPr/>
        </p:nvSpPr>
        <p:spPr bwMode="auto">
          <a:xfrm rot="0" flipH="0" flipV="0">
            <a:off x="214341" y="1278354"/>
            <a:ext cx="218016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width  = 390 pixels</a:t>
            </a:r>
            <a:br>
              <a:rPr lang="en-US"/>
            </a:br>
            <a:r>
              <a:rPr lang="en-US"/>
              <a:t>height = 248 pixels</a:t>
            </a:r>
            <a:endParaRPr/>
          </a:p>
        </p:txBody>
      </p:sp>
      <p:pic>
        <p:nvPicPr>
          <p:cNvPr id="1692727018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0" y="0"/>
            <a:ext cx="295274" cy="257175"/>
          </a:xfrm>
          <a:prstGeom prst="rect">
            <a:avLst/>
          </a:prstGeom>
        </p:spPr>
      </p:pic>
      <p:pic>
        <p:nvPicPr>
          <p:cNvPr id="147737623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295076" y="3221835"/>
            <a:ext cx="3714750" cy="2362199"/>
          </a:xfrm>
          <a:prstGeom prst="rect">
            <a:avLst/>
          </a:prstGeom>
        </p:spPr>
      </p:pic>
      <p:pic>
        <p:nvPicPr>
          <p:cNvPr id="1752158440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3434794" y="3403943"/>
            <a:ext cx="3450419" cy="2038667"/>
          </a:xfrm>
          <a:prstGeom prst="rect">
            <a:avLst/>
          </a:prstGeom>
        </p:spPr>
      </p:pic>
      <p:pic>
        <p:nvPicPr>
          <p:cNvPr id="234376779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3434794" y="3387856"/>
            <a:ext cx="3450419" cy="2100594"/>
          </a:xfrm>
          <a:prstGeom prst="rect">
            <a:avLst/>
          </a:prstGeom>
        </p:spPr>
      </p:pic>
      <p:pic>
        <p:nvPicPr>
          <p:cNvPr id="518321595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6162674" y="3516729"/>
            <a:ext cx="558476" cy="493295"/>
          </a:xfrm>
          <a:prstGeom prst="rect">
            <a:avLst/>
          </a:prstGeom>
        </p:spPr>
      </p:pic>
      <p:pic>
        <p:nvPicPr>
          <p:cNvPr id="966289521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3446182" y="3516729"/>
            <a:ext cx="3398335" cy="1820152"/>
          </a:xfrm>
          <a:prstGeom prst="rect">
            <a:avLst/>
          </a:prstGeom>
        </p:spPr>
      </p:pic>
      <p:pic>
        <p:nvPicPr>
          <p:cNvPr id="1973228538" name="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0" y="0"/>
            <a:ext cx="257175" cy="514350"/>
          </a:xfrm>
          <a:prstGeom prst="rect">
            <a:avLst/>
          </a:prstGeom>
        </p:spPr>
      </p:pic>
      <p:pic>
        <p:nvPicPr>
          <p:cNvPr id="227893704" name="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6628039" y="4822532"/>
            <a:ext cx="257175" cy="514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2025-12-12T04:48:56Z</dcterms:modified>
</cp:coreProperties>
</file>